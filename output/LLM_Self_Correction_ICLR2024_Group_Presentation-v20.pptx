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why self-correction fails, look at the architecture on the left. An LLM tokenizes input text, routes it through multi-head self-attention layers, and samples the next token from a probability distribution. Notice the three pillars on the right: generation is autoregressive, parameters are completely frozen at runtime, and multi-step reasoning is strictly sequential. When a model makes a mistake in an intermediate step, it has no native backtracking mechanism. Asking a frozen model to verify itself cannot produce new truth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FOUNDATIONS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Large Language Model?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token predictor with frozen neural parameters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42416"/>
            <a:ext cx="4709160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33856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133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PIPELINE</a:t>
            </a:r>
            <a:endParaRPr lang="en-US" sz="750" dirty="0"/>
          </a:p>
        </p:txBody>
      </p:sp>
      <p:pic>
        <p:nvPicPr>
          <p:cNvPr id="9" name="Image 0" descr="/Users/nafiskabbo/development/presentation/output/images/llm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4489704" cy="2505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94960" y="1042416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 w="11430">
            <a:solidFill>
              <a:srgbClr val="8000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04688" y="1115568"/>
            <a:ext cx="1920240" cy="18288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1115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NEXT-TOKEN PREDICTION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5504688" y="131673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Sampling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04688" y="15179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Predicts probability distribution P(wt | w&lt;t)</a:t>
            </a:r>
            <a:endParaRPr lang="en-US" sz="7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strictly left to right, token by token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5394960" y="2093976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 w="11430">
            <a:solidFill>
              <a:srgbClr val="16653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04688" y="2167128"/>
            <a:ext cx="192024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2167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FROZEN INFERENCE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504688" y="236829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Neural Parameters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04688" y="256946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Weights remain fixed during runtime</a:t>
            </a:r>
            <a:endParaRPr lang="en-US" sz="7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dynamic ground truth without external tools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5394960" y="3145536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 w="1143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04688" y="3218688"/>
            <a:ext cx="1920240" cy="18288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04688" y="3218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REASONING CASCADE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5504688" y="341985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Vulnerability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04688" y="362102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step-two logic slip corrupts all downstream tokens</a:t>
            </a:r>
            <a:endParaRPr lang="en-US" sz="7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native backtracking or internal verification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LLMs predict probable tokens with frozen weights. They cannot independently verify their own reasoning.</a:t>
            </a:r>
            <a:endParaRPr lang="en-US" sz="830" dirty="0"/>
          </a:p>
        </p:txBody>
      </p:sp>
      <p:sp>
        <p:nvSpPr>
          <p:cNvPr id="28" name="Text 2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Large Language Model (LLM)? - v20 Minimal</dc:title>
  <dc:subject>PptxGenJS Presentation</dc:subject>
  <dc:creator>Group Presentation - What is an LLM</dc:creator>
  <cp:lastModifiedBy>Group Presentation - What is an LLM</cp:lastModifiedBy>
  <cp:revision>1</cp:revision>
  <dcterms:created xsi:type="dcterms:W3CDTF">2026-08-30T06:05:07Z</dcterms:created>
  <dcterms:modified xsi:type="dcterms:W3CDTF">2026-08-30T06:05:07Z</dcterms:modified>
</cp:coreProperties>
</file>