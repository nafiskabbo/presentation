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Oracle</c:v>
                </c:pt>
                <c:pt idx="1">
                  <c:v>Compute</c:v>
                </c:pt>
                <c:pt idx="2">
                  <c:v>Prompt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C3-3648-83EE-F137BFA051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Controlled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Oracle</c:v>
                </c:pt>
                <c:pt idx="1">
                  <c:v>Compute</c:v>
                </c:pt>
                <c:pt idx="2">
                  <c:v>Prompt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-2.5</c:v>
                </c:pt>
                <c:pt idx="1">
                  <c:v>-1.5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C3-3648-83EE-F137BFA051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-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Claimed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Oracle</c:v>
                </c:pt>
                <c:pt idx="1">
                  <c:v>Compute</c:v>
                </c:pt>
                <c:pt idx="2">
                  <c:v>Prompt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28-A04F-8021-C32FCF81FD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Fair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Oracle</c:v>
                </c:pt>
                <c:pt idx="1">
                  <c:v>Compute</c:v>
                </c:pt>
                <c:pt idx="2">
                  <c:v>Prompt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-2.5</c:v>
                </c:pt>
                <c:pt idx="1">
                  <c:v>-1.5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28-A04F-8021-C32FCF81FD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-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68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 6A compact: minimal text, loop circuits for each framework, emphasis on claimed gain and hidden confounder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Claimed Frameworks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loop at a glance, citation and claimed gain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6A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11556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15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 NeurIPS 23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49808" y="1627632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62763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12748" y="1920240"/>
            <a:ext cx="146304" cy="91440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029968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02996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412748" y="2322576"/>
            <a:ext cx="146304" cy="91440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2432304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1F2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43230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2029968"/>
            <a:ext cx="109728" cy="64008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871216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871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+7.0%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1852" y="3154680"/>
            <a:ext cx="768096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1852" y="315468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606040" y="1024128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111556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1115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06040" y="13898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 NeurIPS 23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807208" y="1627632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7208" y="162763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0148" y="1920240"/>
            <a:ext cx="146304" cy="91440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07208" y="2029968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07208" y="202996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0148" y="2322576"/>
            <a:ext cx="146304" cy="91440"/>
          </a:xfrm>
          <a:prstGeom prst="down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07208" y="2432304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07208" y="243230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24528" y="2029968"/>
            <a:ext cx="109728" cy="640080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8920" y="2871216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2871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+11%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59252" y="3154680"/>
            <a:ext cx="768096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9252" y="315468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663440" y="1024128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111556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889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115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63440" y="13898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 NeurIPS 23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864608" y="1627632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162763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27548" y="1920240"/>
            <a:ext cx="146304" cy="91440"/>
          </a:xfrm>
          <a:prstGeom prst="down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64608" y="2029968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202996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27548" y="2322576"/>
            <a:ext cx="146304" cy="91440"/>
          </a:xfrm>
          <a:prstGeom prst="down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64608" y="2432304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243230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81928" y="2029968"/>
            <a:ext cx="109728" cy="640080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2871216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2871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+10%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216652" y="3154680"/>
            <a:ext cx="768096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6652" y="315468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gap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6720840" y="1024128"/>
            <a:ext cx="1874520" cy="31546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12280" y="111556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12280" y="1115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720840" y="138988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ICLR 24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922008" y="1627632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22008" y="162763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584948" y="1920240"/>
            <a:ext cx="146304" cy="91440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22008" y="2029968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22008" y="202996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584948" y="2322576"/>
            <a:ext cx="146304" cy="91440"/>
          </a:xfrm>
          <a:prstGeom prst="down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22008" y="2432304"/>
            <a:ext cx="1472184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22008" y="243230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339328" y="2029968"/>
            <a:ext cx="109728" cy="640080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03720" y="2871216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03720" y="28712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+4%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274052" y="3154680"/>
            <a:ext cx="768096" cy="14630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74052" y="315468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gap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48640" y="4315968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3159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gains assumed self-correction, but each relied on hidden help. Details in next variant.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80" name="Text 77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Framework Anatomy &amp; Hidden Signal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loop actually needs to work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6A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9596" y="1115568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1339596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4447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1664208"/>
            <a:ext cx="1655064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6642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tells WHEN wrong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21792" y="2084832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never challenged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06040" y="10241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6996" y="1115568"/>
            <a:ext cx="292608" cy="292608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7" name="Text 15"/>
          <p:cNvSpPr/>
          <p:nvPr/>
        </p:nvSpPr>
        <p:spPr>
          <a:xfrm>
            <a:off x="3396996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14447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15768" y="1664208"/>
            <a:ext cx="1655064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16642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+ episodic memory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79192" y="2084832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fails are reflected, wins skipped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10241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54396" y="1115568"/>
            <a:ext cx="292608" cy="29260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5454396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14447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73168" y="1664208"/>
            <a:ext cx="1655064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6642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rules injected late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36592" y="2084832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start vs strong feedback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20840" y="1024128"/>
            <a:ext cx="1874520" cy="19659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397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1796" y="1115568"/>
            <a:ext cx="292608" cy="29260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511796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⬣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14447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30568" y="1664208"/>
            <a:ext cx="1655064" cy="384048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1664208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6x inference cost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793992" y="2084832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1 shot, loses to vote at same compute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8640" y="3127248"/>
            <a:ext cx="8046720" cy="1078992"/>
          </a:xfrm>
          <a:prstGeom prst="roundRect">
            <a:avLst>
              <a:gd name="adj" fmla="val 67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3310128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Task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0" y="3520440"/>
            <a:ext cx="292608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3310128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60520" y="3520440"/>
            <a:ext cx="292608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6280" y="3310128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26280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3520440"/>
            <a:ext cx="292608" cy="12801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3310128"/>
            <a:ext cx="15087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3101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537960" y="3931920"/>
            <a:ext cx="1508760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3931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max 2 rounds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777240" y="3950208"/>
            <a:ext cx="5669280" cy="73152"/>
          </a:xfrm>
          <a:prstGeom prst="lef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4096512"/>
            <a:ext cx="56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new information, loop adds noise, not signal. Huang et al. Table 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Comparison Matrix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vs signal vs claim in one view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6B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8046720" cy="292608"/>
          </a:xfrm>
          <a:prstGeom prst="roundRect">
            <a:avLst>
              <a:gd name="adj" fmla="val 1562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42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40280" y="1042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51960" y="1042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SIGNAL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89320" y="1042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78040" y="1042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1371600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FFF1F2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371600"/>
            <a:ext cx="54864" cy="621792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371600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40280" y="13716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critic and improve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51960" y="13716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fix only if wrong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89320" y="13716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69480" y="1536192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5361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8640" y="2066544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066544"/>
            <a:ext cx="54864" cy="62179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066544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40280" y="206654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memory over trials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51960" y="206654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+ retry memory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89320" y="206654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69480" y="2231136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223113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" y="2761488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FFF1F2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2761488"/>
            <a:ext cx="54864" cy="6217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2761488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40280" y="276148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style feedback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51960" y="27614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added in feedback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89320" y="276148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69480" y="2926080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9260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8640" y="345643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3456432"/>
            <a:ext cx="54864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3456432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240280" y="345643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debate and vote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51960" y="345643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6x compute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989320" y="34564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69480" y="3621024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362102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8640" y="400507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1330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" y="4133088"/>
            <a:ext cx="54864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08760" y="4133088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F17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4133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0" y="4261104"/>
            <a:ext cx="219456" cy="128016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0" y="4133088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4133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66360" y="4261104"/>
            <a:ext cx="219456" cy="128016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40680" y="4133088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0F17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40680" y="4133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4663440"/>
            <a:ext cx="8046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ICLR 2024 Table 1 controls for each flaw, gains vanish.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Happens After Controls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vs fair gain side by side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6B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4937760" cy="256032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42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:  CLAIMED vs CONTROLLED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1335024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1F2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35024"/>
            <a:ext cx="45720" cy="54864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33502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83080" y="1426464"/>
            <a:ext cx="1642872" cy="128016"/>
          </a:xfrm>
          <a:prstGeom prst="roundRect">
            <a:avLst>
              <a:gd name="adj" fmla="val 21429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0816" y="14081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60648" y="1591056"/>
            <a:ext cx="13716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783080" y="1609344"/>
            <a:ext cx="9144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16093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-2.5% fair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48640" y="1956816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956816"/>
            <a:ext cx="45720" cy="5486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195681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83080" y="2048256"/>
            <a:ext cx="2581656" cy="128016"/>
          </a:xfrm>
          <a:prstGeom prst="roundRect">
            <a:avLst>
              <a:gd name="adj" fmla="val 2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9600" y="20299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60648" y="2212848"/>
            <a:ext cx="13716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1783080" y="2231136"/>
            <a:ext cx="9144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22311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-2.5% fair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48640" y="2578608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1F2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578608"/>
            <a:ext cx="45720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57860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83080" y="2670048"/>
            <a:ext cx="2346960" cy="128016"/>
          </a:xfrm>
          <a:prstGeom prst="roundRect">
            <a:avLst>
              <a:gd name="adj" fmla="val 2142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4904" y="2651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60648" y="2834640"/>
            <a:ext cx="13716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1783080" y="2852928"/>
            <a:ext cx="9144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83080" y="28529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fair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48640" y="3200400"/>
            <a:ext cx="49377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200400"/>
            <a:ext cx="45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200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83080" y="3291840"/>
            <a:ext cx="938784" cy="128016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6728" y="3273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60648" y="3456432"/>
            <a:ext cx="13716" cy="16459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3474720"/>
            <a:ext cx="91440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83080" y="34747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 fair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715000" y="1042416"/>
            <a:ext cx="2880360" cy="2542032"/>
          </a:xfrm>
          <a:prstGeom prst="roundRect">
            <a:avLst>
              <a:gd name="adj" fmla="val 2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11155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Visual delta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52160" y="13167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inflates, controlled collapses to zero or negative. No intrinsic win.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852160" y="18196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avg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321040" y="1856232"/>
            <a:ext cx="9144" cy="1280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Shape 45"/>
          <p:cNvSpPr/>
          <p:nvPr/>
        </p:nvSpPr>
        <p:spPr>
          <a:xfrm>
            <a:off x="7132320" y="1856232"/>
            <a:ext cx="950976" cy="128016"/>
          </a:xfrm>
          <a:prstGeom prst="roundRect">
            <a:avLst>
              <a:gd name="adj" fmla="val 21429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94192" y="18196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52160" y="2322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avg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321040" y="2359152"/>
            <a:ext cx="9144" cy="1280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Shape 49"/>
          <p:cNvSpPr/>
          <p:nvPr/>
        </p:nvSpPr>
        <p:spPr>
          <a:xfrm>
            <a:off x="8130845" y="2359152"/>
            <a:ext cx="190195" cy="128016"/>
          </a:xfrm>
          <a:prstGeom prst="roundRect">
            <a:avLst>
              <a:gd name="adj" fmla="val 214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94192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852160" y="2916936"/>
            <a:ext cx="2606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97880" y="29169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When leakage, compute, and prompt are fixed, self-correction does not help.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48640" y="3794760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38587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85800" y="40233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frameworks share one loop pattern. Remove hidden help and the loop adds bias toward hallucinated fixes.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Timeline of Claims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surge, same hidden helpers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6C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34640"/>
            <a:ext cx="804672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2788920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29000" y="2788920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40680" y="2788920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452360" y="2788920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17320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14173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580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012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claimed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22476" y="2651760"/>
            <a:ext cx="18288" cy="18288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25" name="Shape 23"/>
          <p:cNvSpPr/>
          <p:nvPr/>
        </p:nvSpPr>
        <p:spPr>
          <a:xfrm>
            <a:off x="269748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1417320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14173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9748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9748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7180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claimed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534156" y="2651760"/>
            <a:ext cx="18288" cy="1828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1417320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4173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0916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8348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claimed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45836" y="2651760"/>
            <a:ext cx="18288" cy="182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1" name="Shape 39"/>
          <p:cNvSpPr/>
          <p:nvPr/>
        </p:nvSpPr>
        <p:spPr>
          <a:xfrm>
            <a:off x="672084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1417320"/>
            <a:ext cx="1508760" cy="237744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14173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2084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2084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9516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9516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 claimed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557516" y="2651760"/>
            <a:ext cx="18288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640" y="324612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3649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TIMELINE HIDES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77240" y="3584448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3000" y="35844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leakage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3000" y="37673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wrong answers</a:t>
            </a:r>
            <a:endParaRPr lang="en-US" sz="7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critiqued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383280" y="3584448"/>
            <a:ext cx="292608" cy="29260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6" name="Text 54"/>
          <p:cNvSpPr/>
          <p:nvPr/>
        </p:nvSpPr>
        <p:spPr>
          <a:xfrm>
            <a:off x="338328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749040" y="35844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trick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749040" y="37673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withheld</a:t>
            </a:r>
            <a:endParaRPr lang="en-US" sz="7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re-added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9320" y="3584448"/>
            <a:ext cx="292608" cy="29260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0" name="Text 58"/>
          <p:cNvSpPr/>
          <p:nvPr/>
        </p:nvSpPr>
        <p:spPr>
          <a:xfrm>
            <a:off x="598932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55080" y="35844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gap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55080" y="37673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uses 3 to 6x</a:t>
            </a:r>
            <a:endParaRPr lang="en-US" sz="7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vs single shot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 vs Reality Overlay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timeline, controlled results collapse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6C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30552"/>
            <a:ext cx="804672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078992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704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+7%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5727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hidden help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22476" y="2039112"/>
            <a:ext cx="18288" cy="128016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4" name="Shape 12"/>
          <p:cNvSpPr/>
          <p:nvPr/>
        </p:nvSpPr>
        <p:spPr>
          <a:xfrm>
            <a:off x="1476756" y="2112264"/>
            <a:ext cx="109728" cy="10972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267712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042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-2.5%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6700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697480" y="1078992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11704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1371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+11%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15727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hidden help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534156" y="2039112"/>
            <a:ext cx="18288" cy="128016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4" name="Shape 22"/>
          <p:cNvSpPr/>
          <p:nvPr/>
        </p:nvSpPr>
        <p:spPr>
          <a:xfrm>
            <a:off x="3488436" y="2112264"/>
            <a:ext cx="109728" cy="109728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97480" y="2267712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23042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97480" y="24688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-2.5%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97480" y="26700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09160" y="1078992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1704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1371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+10%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15727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hidden help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545836" y="2039112"/>
            <a:ext cx="18288" cy="1280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Shape 32"/>
          <p:cNvSpPr/>
          <p:nvPr/>
        </p:nvSpPr>
        <p:spPr>
          <a:xfrm>
            <a:off x="5500116" y="2112264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2267712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3042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09160" y="24688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26700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720840" y="1078992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11704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20840" y="1371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Claimed +4%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15727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hidden help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557516" y="2039112"/>
            <a:ext cx="18288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Shape 42"/>
          <p:cNvSpPr/>
          <p:nvPr/>
        </p:nvSpPr>
        <p:spPr>
          <a:xfrm>
            <a:off x="7511796" y="2112264"/>
            <a:ext cx="109728" cy="1097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6720840" y="2267712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230428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720840" y="24688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-1.5%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20840" y="26700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48640" y="3127248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2186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inflated gain vs fair baseline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77240" y="3493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874520" y="3511296"/>
            <a:ext cx="2377440" cy="164592"/>
          </a:xfrm>
          <a:prstGeom prst="roundRect">
            <a:avLst>
              <a:gd name="adj" fmla="val 16667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34930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77240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74520" y="3840480"/>
            <a:ext cx="384048" cy="164592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13432" y="3822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063240" y="3456432"/>
            <a:ext cx="1371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8" name="Text 56"/>
          <p:cNvSpPr/>
          <p:nvPr/>
        </p:nvSpPr>
        <p:spPr>
          <a:xfrm>
            <a:off x="2971800" y="33101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532120" y="3127248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0" y="323697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669280" y="341985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is not progress over time. It is inflation over time. Fix the flaws and the curve flattens.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69280" y="427939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Table 1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 Loop vs Grounded Loop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information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7A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15568"/>
            <a:ext cx="3611880" cy="256032"/>
          </a:xfrm>
          <a:prstGeom prst="roundRect">
            <a:avLst>
              <a:gd name="adj" fmla="val 14286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15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 •  Closed Loop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88820" y="1481328"/>
            <a:ext cx="1005840" cy="1005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8820" y="1719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88820" y="1956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68680" y="1481328"/>
            <a:ext cx="3246120" cy="1005840"/>
          </a:xfrm>
          <a:prstGeom prst="ellipse">
            <a:avLst/>
          </a:prstGeom>
          <a:solidFill>
            <a:srgbClr val="FFF1F2"/>
          </a:solidFill>
          <a:ln w="15240">
            <a:solidFill>
              <a:srgbClr val="80002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68680" y="1389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00400" y="1389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self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034540" y="2560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blind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85800" y="2788920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3464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change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31520" y="2999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  to  -27.5%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25526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facts, bias to invent flaws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09160" y="1024128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115568"/>
            <a:ext cx="3611880" cy="256032"/>
          </a:xfrm>
          <a:prstGeom prst="roundRect">
            <a:avLst>
              <a:gd name="adj" fmla="val 14286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115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 •  Grounded Loop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1481328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7190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1938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92240" y="1920240"/>
            <a:ext cx="320040" cy="128016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481328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16824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1938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Oracle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28232" y="175564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492240" y="2148840"/>
            <a:ext cx="320040" cy="91440"/>
          </a:xfrm>
          <a:prstGeom prst="lef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226771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846320" y="2788920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83464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change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892040" y="2999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+7%  to  +15%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255264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signal, exact error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913632"/>
            <a:ext cx="804672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91363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A frozen model cannot verify its own output. Grounding is required.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07/18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One Loop Fails, One Helps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source determines outcome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7A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FF1F2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0972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FLOW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+ CoT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490472" y="1600200"/>
            <a:ext cx="109728" cy="109728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04872" y="1600200"/>
            <a:ext cx="109728" cy="109728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critique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19272" y="1600200"/>
            <a:ext cx="109728" cy="109728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answer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5800" y="2084832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0848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truth signal  • Shares weights  • Compliance bias to invent error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09160" y="1024128"/>
            <a:ext cx="3886200" cy="1874520"/>
          </a:xfrm>
          <a:prstGeom prst="roundRect">
            <a:avLst>
              <a:gd name="adj" fmla="val 3902"/>
            </a:avLst>
          </a:prstGeom>
          <a:solidFill>
            <a:srgbClr val="F0FDF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972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FLOW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1453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+ CoT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50992" y="1600200"/>
            <a:ext cx="109728" cy="109728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565392" y="1600200"/>
            <a:ext cx="109728" cy="109728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166534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check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479792" y="1600200"/>
            <a:ext cx="109728" cy="109728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1417320"/>
            <a:ext cx="8046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1453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141732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fix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2084832"/>
            <a:ext cx="3611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0848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traceback  • Oracle label  • Exact localization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8640" y="3063240"/>
            <a:ext cx="804672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56032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0352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560320" y="338328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facts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03520" y="338328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execution result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5800" y="3694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0" y="3694176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3694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LLM, same bias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03520" y="3694176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3694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tool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580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60320" y="4005072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-1.3% to -27.5%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03520" y="4005072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to +15%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Verdicts, One Principle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is determined by signal, not effort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7B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3886200" cy="3017520"/>
          </a:xfrm>
          <a:prstGeom prst="roundRect">
            <a:avLst>
              <a:gd name="adj" fmla="val 3030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35708" y="1170432"/>
            <a:ext cx="512064" cy="512064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2235708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7556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956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NOT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GSM8K, CSQA, HotpotQA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GPT-3.5, GPT-4, Turbo, Llama-2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2907792"/>
            <a:ext cx="3246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26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drop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68680" y="30906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 to -27%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024128"/>
            <a:ext cx="3886200" cy="3017520"/>
          </a:xfrm>
          <a:prstGeom prst="roundRect">
            <a:avLst>
              <a:gd name="adj" fmla="val 3030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6228" y="1170432"/>
            <a:ext cx="512064" cy="512064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Text 17"/>
          <p:cNvSpPr/>
          <p:nvPr/>
        </p:nvSpPr>
        <p:spPr>
          <a:xfrm>
            <a:off x="6396228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9160" y="17556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TOOL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19568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HELP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23317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execution, oracle labels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feedback, retrieval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0" y="2907792"/>
            <a:ext cx="32461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2608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lift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0" y="30906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to +15%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879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scope is intrinsic only. External help is effective but answers a different question.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Evidence: Why Signal Matters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 beats a paragraph of self doubt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7B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70432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070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371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 to -27.5%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doubt without 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170432"/>
            <a:ext cx="1508760" cy="59436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070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17720" y="1371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+7% to +15%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2618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gives grounding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029968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1214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27048" y="2496312"/>
            <a:ext cx="91440" cy="109728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18488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8488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find flaws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459736" y="2496312"/>
            <a:ext cx="91440" cy="109728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1176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bug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92424" y="2496312"/>
            <a:ext cx="91440" cy="109728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3864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flip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" y="28529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obeys prompt, hallucinates error where none exists.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09160" y="2029968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1214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loop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46320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687568" y="2496312"/>
            <a:ext cx="91440" cy="109728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79008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166534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9008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620256" y="2496312"/>
            <a:ext cx="91440" cy="109728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11696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166534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1696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552944" y="2496312"/>
            <a:ext cx="91440" cy="109728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44384" y="2359152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4384" y="235915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fix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46320" y="28529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returns exact line and error type. Fix is surgical.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48640" y="34290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3547872"/>
            <a:ext cx="201168" cy="20116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3547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0120" y="3493008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distinction: Yogurt $75 correct -&gt; intrinsic flips to $150. With Python, 60/4*5 is checked deterministically and $75 is kept.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60120" y="3913632"/>
            <a:ext cx="7452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in paper. Huang et al. ICLR 2024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Mirror vs Judge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reflection or outside verification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7C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7692" y="1170432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7692" y="1170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a model to judge itself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eyes, same blind spot.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agree with itself or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a flaw to comply.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3364992"/>
            <a:ext cx="31546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649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truth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024128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8212" y="1170432"/>
            <a:ext cx="768096" cy="768096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8212" y="1170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2011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22128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output with a tool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verifier, fresh signal.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point to line number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correct value.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74920" y="3364992"/>
            <a:ext cx="31546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3649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grounding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224528"/>
            <a:ext cx="8046720" cy="347472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245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Memorable rule: Mirror doubts. Judge measures.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the Mirror Fails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parity and prompt bias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7C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155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FFF1F2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13533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Mirror: same model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15179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same blind spot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502920" cy="5029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13533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Judge: separate tool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94760" y="15179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measurement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938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asks the mirror to find new truth. External asks the judge to measure.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6440" y="1024128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1155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split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0" y="129844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 -1.3% to -27.5%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15179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 +7% to +15%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7830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loops, different signals.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257860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barriers that make intrinsic verification as hard as generation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816352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944368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29443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weights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32735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= Generator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knowledge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06040" y="3566160"/>
            <a:ext cx="292608" cy="292608"/>
          </a:xfrm>
          <a:prstGeom prst="ellipse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10128" y="2816352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47288" y="2944368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34" name="Text 32"/>
          <p:cNvSpPr/>
          <p:nvPr/>
        </p:nvSpPr>
        <p:spPr>
          <a:xfrm>
            <a:off x="3447288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67328" y="29443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Compliance bias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47288" y="32735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flaws" means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invents them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67528" y="3566160"/>
            <a:ext cx="292608" cy="292608"/>
          </a:xfrm>
          <a:prstGeom prst="ellipse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7528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↯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71616" y="2816352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2944368"/>
            <a:ext cx="256032" cy="256032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41" name="Text 39"/>
          <p:cNvSpPr/>
          <p:nvPr/>
        </p:nvSpPr>
        <p:spPr>
          <a:xfrm>
            <a:off x="6208776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28816" y="29443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grounding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08776" y="32735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 fix from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29016" y="3566160"/>
            <a:ext cx="292608" cy="292608"/>
          </a:xfrm>
          <a:prstGeom prst="ellipse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29016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206240"/>
            <a:ext cx="8046720" cy="36576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for audience: If the checker knows no more than the writer, it cannot reliably correct the writer.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Confounders at a Glance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gain vs controlled truth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8A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152144"/>
            <a:ext cx="2340864" cy="256032"/>
          </a:xfrm>
          <a:prstGeom prst="roundRect">
            <a:avLst>
              <a:gd name="adj" fmla="val 14286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1521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426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RCI, Reflexion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864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+10.5%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755648" y="2103120"/>
            <a:ext cx="146304" cy="109728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249424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-2.5% controlled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2615184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wrong answers get critiqued.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stay protected.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691640" y="3346704"/>
            <a:ext cx="274320" cy="274320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0128" y="1042416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9856" y="1152144"/>
            <a:ext cx="2340864" cy="256032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1521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Asymmetry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1426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vs 1 shot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10128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30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+4%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10128" y="19202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17136" y="2103120"/>
            <a:ext cx="146304" cy="109728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30168" y="2249424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-1.5% controlled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19856" y="2615184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6x calls. Fair vote wins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equal budget.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53128" y="3346704"/>
            <a:ext cx="274320" cy="2743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4453128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71616" y="1042416"/>
            <a:ext cx="2560320" cy="2971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1344" y="1152144"/>
            <a:ext cx="2340864" cy="256032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15214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Distortion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71616" y="1426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71616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+10%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071616" y="19202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278624" y="2103120"/>
            <a:ext cx="146304" cy="109728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91656" y="2249424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016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controlled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81344" y="2615184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hidden at start,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re-added as feedback.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214616" y="3346704"/>
            <a:ext cx="274320" cy="27432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7214616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1879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Table 1: After fixes, all positive bars disappear. Self-correction does not beat a fair baseline.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Forensic: Reported vs Controlled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bars make inflation obvious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8A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151066451"/>
              </p:ext>
            </p:extLst>
          </p:nvPr>
        </p:nvGraphicFramePr>
        <p:xfrm>
          <a:off x="548640" y="1042416"/>
          <a:ext cx="44348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212080" y="1042416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8000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21808" y="1115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 Leakage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0" y="111556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+10.5% → -2.5%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321808" y="1353312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correct answers, only fix wrong ones.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212080" y="2066544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08" y="2139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Gap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89520" y="21396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+4.0% → -1.5%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321808" y="237744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loses to Self-Consistency at equal cost.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212080" y="3090672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21808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 Trick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589520" y="3163824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3163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+10.0% → 0.0%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321808" y="340156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start vs rule rich feedback.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41879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chart: red collapses to green at or below zero. No confounder survives a fair test.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Inflation Collapse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from claimed to fair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8B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521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are inflated, then removed step by step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481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avg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05840" y="1499616"/>
            <a:ext cx="548640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1481328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4813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+8.2%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" y="18470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Oracle leak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97480" y="1847088"/>
            <a:ext cx="2057400" cy="201168"/>
          </a:xfrm>
          <a:prstGeom prst="roundRect">
            <a:avLst>
              <a:gd name="adj" fmla="val 13636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3300" y="18653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-4.5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54880" y="1755648"/>
            <a:ext cx="10973" cy="1280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2311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Compute fair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74520" y="2231136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889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2494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697480" y="2139696"/>
            <a:ext cx="10973" cy="1280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6151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Prompt fix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1600200" cy="201168"/>
          </a:xfrm>
          <a:prstGeom prst="roundRect">
            <a:avLst>
              <a:gd name="adj" fmla="val 13636"/>
            </a:avLst>
          </a:prstGeom>
          <a:solidFill>
            <a:srgbClr val="334155"/>
          </a:solidFill>
          <a:ln w="889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1540" y="2633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74520" y="2523744"/>
            <a:ext cx="10973" cy="1280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2999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05840" y="2999232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8448" y="29992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05840" y="3200400"/>
            <a:ext cx="548640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323697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baseline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858000" y="1481328"/>
            <a:ext cx="1508760" cy="1920240"/>
          </a:xfrm>
          <a:prstGeom prst="roundRect">
            <a:avLst>
              <a:gd name="adj" fmla="val 3636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15727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1755648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of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until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8640" y="4279392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279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insight: The gains ladder collapses to zero. Not progress, just leakage and unfair comparison.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Diagnostic Checklist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flaw in any self-correction claim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8C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27632" y="1152144"/>
            <a:ext cx="402336" cy="402336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0" name="Text 8"/>
          <p:cNvSpPr/>
          <p:nvPr/>
        </p:nvSpPr>
        <p:spPr>
          <a:xfrm>
            <a:off x="1627632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609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oracle?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18288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system know when it is wrong?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8368" y="2176272"/>
            <a:ext cx="2340864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76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Yes: only critiques failures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55648" y="2596896"/>
            <a:ext cx="146304" cy="91440"/>
          </a:xfrm>
          <a:prstGeom prst="down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724912"/>
            <a:ext cx="2340864" cy="384048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72491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blind critique always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68680" y="324612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check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310128" y="1042416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152144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1609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compute equal?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9856" y="18288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baseline use same cost?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19856" y="2176272"/>
            <a:ext cx="2340864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2176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No: 3 to 6x vs 1 shot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17136" y="2596896"/>
            <a:ext cx="146304" cy="91440"/>
          </a:xfrm>
          <a:prstGeom prst="down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9856" y="2724912"/>
            <a:ext cx="2340864" cy="384048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272491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compare to vote at same 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30168" y="324612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check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071616" y="1042416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397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1152144"/>
            <a:ext cx="402336" cy="40233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7150608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71616" y="1609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prompt fair?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81344" y="18288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rules complete up front?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81344" y="2176272"/>
            <a:ext cx="2340864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1344" y="2176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No: rules added in feedback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78624" y="2596896"/>
            <a:ext cx="146304" cy="91440"/>
          </a:xfrm>
          <a:prstGeom prst="downArrow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1344" y="2724912"/>
            <a:ext cx="2340864" cy="384048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272491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Fix: strong prompt from start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91656" y="3246120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656" y="3246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check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48640" y="4279392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279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checklist to audit any self-correction paper. If any box fails, the gain is not real.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Checklist + Evidence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flaw maps to a bar that collapses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49440" y="34747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347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8C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42062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521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353312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463040"/>
            <a:ext cx="219456" cy="219456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463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14447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 leakage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16093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wrong gets fixed?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17739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Inflates by shielding wins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800" y="21945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304288"/>
            <a:ext cx="219456" cy="21945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3042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2286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parity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51560" y="2450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budget baseline?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51560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vs vote at equal 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5800" y="3035808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145536"/>
            <a:ext cx="219456" cy="21945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1455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1272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 parity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1560" y="32918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up front?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51560" y="3456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start vs strong feedback</a:t>
            </a:r>
            <a:endParaRPr lang="en-US" sz="7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983480" y="1042416"/>
          <a:ext cx="41605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548640" y="4279392"/>
            <a:ext cx="8046720" cy="292608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4279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After all three audits, no positive bar remains. Use equal compute, blind critique, and full prompts.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2034</Words>
  <Application>Microsoft Macintosh PowerPoint</Application>
  <PresentationFormat>On-screen Show (16:9)</PresentationFormat>
  <Paragraphs>509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6-8 Variants: Selection Deck</dc:title>
  <dc:subject>PptxGenJS Presentation</dc:subject>
  <dc:creator>Group Presentation Variant Deck</dc:creator>
  <cp:lastModifiedBy>Ash Dip</cp:lastModifiedBy>
  <cp:revision>2</cp:revision>
  <dcterms:created xsi:type="dcterms:W3CDTF">2026-08-30T03:40:45Z</dcterms:created>
  <dcterms:modified xsi:type="dcterms:W3CDTF">2026-08-30T05:16:18Z</dcterms:modified>
</cp:coreProperties>
</file>