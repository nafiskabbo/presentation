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Nafis Islam Kabbo. Introduce what LLMs are, the key models studied in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Srijon. Cover RCI, Reflexion, Self-Refine, Multi-Agent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Anindo. Explain the three benchmark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Jebon. Multi-Agent Debate vs self-consistency.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Refayet. Summarize the paper's conclusions.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</a:t>
            </a:r>
            <a:endParaRPr lang="en-US" sz="3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Cannot Self-Correct</a:t>
            </a:r>
            <a:endParaRPr lang="en-US" sz="3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Reasoning Yet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2514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ICLR 2024  —  Group Presentation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880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by Huang, Weng, Liang, Peng, Wu, Zhang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Nafis Islam Kabbo  —  2303180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Srijon  —  2303179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0" y="3383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Anindo  —  2303181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Mahid  —  2303127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Jebon  —  2303160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Refayet  —  2303148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outline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216152"/>
            <a:ext cx="320040" cy="3200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161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1188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research problem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14173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1764792"/>
            <a:ext cx="320040" cy="3200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7647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43000" y="17373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and background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196596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Srijon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13432"/>
            <a:ext cx="320040" cy="3200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3134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43000" y="22860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and experimental setup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251460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Anindo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862072"/>
            <a:ext cx="320040" cy="3200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8620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43000" y="28346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results: intrinsic self-correction fails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30632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Mahid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10712"/>
            <a:ext cx="320040" cy="3200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4107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33832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self-correction fail?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43000" y="36118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Jebon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3959352"/>
            <a:ext cx="320040" cy="32004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59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43000" y="3931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limitations, and future directions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143000" y="416052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Refayet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02/20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large language models?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114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(LLMs) are neural networks trained on massive text corpora. They generate fluent text, solve math problems, write code, and answer complex questions.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models in this study: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GPT-3.5-Turbo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and GPT-4-Turbo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Llama-2-70B-Chat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0" y="146304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F0F4FF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0" y="1463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input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0" y="1965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90D9"/>
                </a:solidFill>
              </a:rPr>
              <a:t>↓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0" y="2331720"/>
            <a:ext cx="1828800" cy="502920"/>
          </a:xfrm>
          <a:prstGeom prst="roundRect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2331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0" y="2834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90D9"/>
                </a:solidFill>
              </a:rPr>
              <a:t>↓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0" y="320040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F0F4F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response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03/20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an LLM can self-correct,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doesn’t it give the right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the first time?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7680960" cy="1280160"/>
          </a:xfrm>
          <a:prstGeom prst="roundRect">
            <a:avLst>
              <a:gd name="adj" fmla="val 8571"/>
            </a:avLst>
          </a:prstGeom>
          <a:solidFill>
            <a:srgbClr val="23294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315468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self-correction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attempts to fix its own responses using only its internal capabilities, without any external feedback such as oracle labels, human review, or tool outputs.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04/20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self-correction methods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703320" cy="1417320"/>
          </a:xfrm>
          <a:prstGeom prst="roundRect">
            <a:avLst>
              <a:gd name="adj" fmla="val 6452"/>
            </a:avLst>
          </a:prstGeom>
          <a:solidFill>
            <a:srgbClr val="F0F4FF"/>
          </a:solidFill>
          <a:ln/>
          <a:effectLst>
            <a:outerShdw sx="100000" sy="100000" kx="0" ky="0" algn="bl" rotWithShape="0" blurRad="76200" dist="25400" dir="162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3258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et al., 2023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470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Criticism and Improvement. The model criticizes its output, then revises based on its own critique.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26280" y="1188720"/>
            <a:ext cx="3703320" cy="1417320"/>
          </a:xfrm>
          <a:prstGeom prst="roundRect">
            <a:avLst>
              <a:gd name="adj" fmla="val 6452"/>
            </a:avLst>
          </a:prstGeom>
          <a:solidFill>
            <a:srgbClr val="F0F4FF"/>
          </a:solidFill>
          <a:ln/>
          <a:effectLst>
            <a:outerShdw sx="100000" sy="100000" kx="0" ky="0" algn="bl" rotWithShape="0" blurRad="76200" dist="25400" dir="16200000">
              <a:srgbClr val="CCCCCC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09160" y="13258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709160" y="160020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 et al., 2023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09160" y="18470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Verbal reinforcement through self-reflection. Uses environment signals to guide the next attempt.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3703320" cy="1417320"/>
          </a:xfrm>
          <a:prstGeom prst="roundRect">
            <a:avLst>
              <a:gd name="adj" fmla="val 6452"/>
            </a:avLst>
          </a:prstGeom>
          <a:solidFill>
            <a:srgbClr val="F0F4FF"/>
          </a:solidFill>
          <a:ln/>
          <a:effectLst>
            <a:outerShdw sx="100000" sy="100000" kx="0" ky="0" algn="bl" rotWithShape="0" blurRad="76200" dist="25400" dir="16200000">
              <a:srgbClr val="CCCCCC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Self-Refine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33756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Madaan et al., 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3584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feedback and refinement loop. The model generates feedback on its own output, then refines.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26280" y="2926080"/>
            <a:ext cx="3703320" cy="1417320"/>
          </a:xfrm>
          <a:prstGeom prst="roundRect">
            <a:avLst>
              <a:gd name="adj" fmla="val 6452"/>
            </a:avLst>
          </a:prstGeom>
          <a:solidFill>
            <a:srgbClr val="F0F4FF"/>
          </a:solidFill>
          <a:ln/>
          <a:effectLst>
            <a:outerShdw sx="100000" sy="100000" kx="0" ky="0" algn="bl" rotWithShape="0" blurRad="76200" dist="25400" dir="16200000">
              <a:srgbClr val="CCCCCC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09160" y="3063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Debate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09160" y="3337560"/>
            <a:ext cx="3337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al., 2023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09160" y="3584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LLM instances debate and critique each other’s responses to reach consensus.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05/20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Intrinsic vs external feedback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2926080"/>
          </a:xfrm>
          <a:prstGeom prst="roundRect">
            <a:avLst>
              <a:gd name="adj" fmla="val 3125"/>
            </a:avLst>
          </a:prstGeom>
          <a:solidFill>
            <a:srgbClr val="F0F4FF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371600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34440" y="1389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self-correction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uses only its own parameters and knowledge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signals of any kind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focus of this paper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CCCCCC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120640" y="1371600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371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3560" y="1389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feedback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labels (ground truth correctness)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and annotations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outputs (code execution, search)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 feedback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06/20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LITERATURE REVIEW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Issues in prior evaluation setups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 identified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section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RCI (Kim et al., 2023)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oracle labels to guide self-correction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Reflexion (Shinn et al., 2023)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oracle labels to guide self-correction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Debate (Du et al., 2023)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Unfair comparison to self-consistency (unequal inference cost)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Self-Refine (Madaan et al., 2023)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Sub-optimal initial prompt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 from the paper. Each method’s evaluation has a specific flaw that inflates the reported improvement.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07/20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benchmarks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3017520"/>
          </a:xfrm>
          <a:prstGeom prst="roundRect">
            <a:avLst>
              <a:gd name="adj" fmla="val 3571"/>
            </a:avLst>
          </a:prstGeom>
          <a:solidFill>
            <a:srgbClr val="F0F4FF"/>
          </a:solidFill>
          <a:ln/>
          <a:effectLst>
            <a:outerShdw sx="100000" sy="100000" kx="0" ky="0" algn="bl" rotWithShape="0" blurRad="63500" dist="25400" dir="16200000">
              <a:srgbClr val="CCCCCC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71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1,319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word problems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GSM8K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school math reasoning. Kim et al. reported ~7% improvement with self-correction using oracle labels.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3017520"/>
          </a:xfrm>
          <a:prstGeom prst="roundRect">
            <a:avLst>
              <a:gd name="adj" fmla="val 3571"/>
            </a:avLst>
          </a:prstGeom>
          <a:solidFill>
            <a:srgbClr val="F0F4FF"/>
          </a:solidFill>
          <a:ln/>
          <a:effectLst>
            <a:outerShdw sx="100000" sy="100000" kx="0" ky="0" algn="bl" rotWithShape="0" blurRad="63500" dist="25400" dir="16200000">
              <a:srgbClr val="CCCCCC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371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1,221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291840" y="1874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Multi-choice questions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7472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CommonSenseQA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606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Commonsense reasoning with distractor options. Kim et al. reported ~15% improvement with oracle-guided correction.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560320" cy="3017520"/>
          </a:xfrm>
          <a:prstGeom prst="roundRect">
            <a:avLst>
              <a:gd name="adj" fmla="val 3571"/>
            </a:avLst>
          </a:prstGeom>
          <a:solidFill>
            <a:srgbClr val="F0F4FF"/>
          </a:solidFill>
          <a:ln/>
          <a:effectLst>
            <a:outerShdw sx="100000" sy="100000" kx="0" ky="0" algn="bl" rotWithShape="0" blurRad="63500" dist="25400" dir="16200000">
              <a:srgbClr val="CCCCCC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3716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126480" y="1874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QA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9360" y="2286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HotpotQA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260604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Open-domain multi-hop questions. Closed-book setting, exact match metric. Shinn et al. showed improvement.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08/20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experimental setup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tested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274320" cy="2743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5156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GPT-3.5-Turbo (gpt-3.5-turbo-0613)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103120"/>
            <a:ext cx="274320" cy="2743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03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 (accessed 2023/08/29)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274320" cy="2743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560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GPT-4-Turbo (gpt-4-1106-preview)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108960"/>
            <a:ext cx="274320" cy="27432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5156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Llama-2-70B-Chat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1143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08760"/>
            <a:ext cx="3840480" cy="2560320"/>
          </a:xfrm>
          <a:prstGeom prst="roundRect">
            <a:avLst>
              <a:gd name="adj" fmla="val 3571"/>
            </a:avLst>
          </a:prstGeom>
          <a:solidFill>
            <a:srgbClr val="F0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0" y="164592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2 rounds of self-correction per question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Temperature: 1.0 for GPT models, 0.7 for Llama-2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GPT-3.5: full evaluation sets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models: 200 random samples per dataset (100 for HotpotQA)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oracle feedback vs intrinsic self-correction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METHODOLOGY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Self-correction process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response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91A5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A1F36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51760" y="1645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reviews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8056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91A5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846320" y="137160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4A90D9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645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produces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revised answer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75120" y="16459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891A5"/>
                </a:solidFill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7040880" y="1371600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1A1F36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417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40880" y="16459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(max 2 rounds)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3840480" cy="1097280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017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oracle feedback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3337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receives correctness signal at Step 2. Performance typically improves.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2926080"/>
            <a:ext cx="3840480" cy="1097280"/>
          </a:xfrm>
          <a:prstGeom prst="roundRect">
            <a:avLst>
              <a:gd name="adj" fmla="val 8333"/>
            </a:avLst>
          </a:prstGeom>
          <a:solidFill>
            <a:srgbClr val="FFF3E0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3017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(no feedback)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3375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judges its own answer at Step 2 with no external signal. Performance drops.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MAIN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1945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self-correction fails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models and benchmarks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Presenter: Mahid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MAIN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drops after self-correction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1645920"/>
                <a:gridCol w="164592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GSM8K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CSQA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HotpotQA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63.5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72.5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 declines after intrinsic self-correction. Without oracle labels, self-correction consistently hurts.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MAIN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extend to more models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377440"/>
                <a:gridCol w="237744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GSM8K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CommonSenseQA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55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GPT-4-Turbo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81.5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476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476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Llama-2-70B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 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Self-Correct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↓↓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C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36.5 ↓↓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947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0F0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C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 drops from 62.0 to 36.5 on GSM8K after two rounds. Self-correction nearly halves its accuracy.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MAIN RESULTS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to answers after self-correction?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on GSM8K, after two rounds of self-correction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0F4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8891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74.7%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78608" y="137160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FF0F0"/>
          </a:solidFill>
          <a:ln/>
        </p:spPr>
      </p:sp>
      <p:sp>
        <p:nvSpPr>
          <p:cNvPr id="9" name="Text 7"/>
          <p:cNvSpPr/>
          <p:nvPr/>
        </p:nvSpPr>
        <p:spPr>
          <a:xfrm>
            <a:off x="2578608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C3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8.9%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70048" y="2148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C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→ Incorrect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0016" y="137160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700016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791456" y="2148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→ Correct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21424" y="1371600"/>
            <a:ext cx="1920240" cy="1463040"/>
          </a:xfrm>
          <a:prstGeom prst="roundRect">
            <a:avLst>
              <a:gd name="adj" fmla="val 6250"/>
            </a:avLst>
          </a:prstGeom>
          <a:solidFill>
            <a:srgbClr val="FFF3E0"/>
          </a:solidFill>
          <a:ln/>
        </p:spPr>
      </p:sp>
      <p:sp>
        <p:nvSpPr>
          <p:cNvPr id="15" name="Text 13"/>
          <p:cNvSpPr/>
          <p:nvPr/>
        </p:nvSpPr>
        <p:spPr>
          <a:xfrm>
            <a:off x="6821424" y="15087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76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912864" y="21488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Incorrect → Incorrect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0F4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004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5204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change correct answers to incorrect ones (8.9%) more often than they fix incorrect answers (7.6%). The self-correction prompt biases the model toward changing its response, regardless of whether the original answer was right.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WHY DOES SELF-CORRECTION FAIL?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Debate vs self-consistency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F0F4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Debate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LLM instances critique each other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instance generates a response, then reviews others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C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inference cost: N agents × M rounds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et al. (2023)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143000"/>
            <a:ext cx="38404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16200000">
              <a:srgbClr val="CCCCCC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6002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N independent responses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majority vote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 lower inference cost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(2022)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A1F3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794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equal inference cost, Multi-Agent Debate performs no better than self-consistency.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WHY DOES SELF-CORRECTION FAIL?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design creates misleading improvements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F3E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appears to happen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Weak initial prompt produces poor output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Self-correction prompt adds task details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47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Output improves → "self-correction works!"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18872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E8F5E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16459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Strong initial prompt (with the same details) produces better output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Self-correction then hurts performance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The "improvement" was from better prompts, not self-correction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0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4747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Constrained Generation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Self-Refine’s initial prompt omits the constraint that all concepts must appear. The feedback prompt reintroduces this constraint. Adding it to the initial prompt directly outperforms self-correction.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16/20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F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WHY DOES SELF-CORRECTION FAIL?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772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LLMs cannot reliably judge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correctness of their</a:t>
            </a:r>
            <a:endParaRPr lang="en-US" sz="3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reasoning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self-correction prompt biases models toward changing their answers. Correct answers get flipped to incorrect more often than mistakes get fixed. This is the core barrier to intrinsic self-correction.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0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17/20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paper supports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0F4FF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444752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444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 without external feedback does not improve LLM reasoning. Performance consistently declines across models and tasks.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0F4FF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96312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34440" y="235000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reported improvements relied on oracle labels, unfair inference-cost comparisons, or sub-optimal initial prompts.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0F4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3547872"/>
            <a:ext cx="365760" cy="365760"/>
          </a:xfrm>
          <a:prstGeom prst="ellipse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547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34440" y="3401568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Self-correction can work when paired with external feedback sources like tools, code execution, or human review.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18/20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CONCLUSION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directions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840480" cy="2926080"/>
          </a:xfrm>
          <a:prstGeom prst="roundRect">
            <a:avLst>
              <a:gd name="adj" fmla="val 3125"/>
            </a:avLst>
          </a:prstGeom>
          <a:solidFill>
            <a:srgbClr val="F0F4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on reasoning tasks (math, commonsense, QA)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on a specific set of models available in 2023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examines prompting-based approaches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HotpotQA sample size is small (100 questions)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cover self-correction for code, safety, or style tasks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143000"/>
            <a:ext cx="38404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16200000">
              <a:srgbClr val="CCCCCC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600200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Training-based self-correction methods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verification and validation tools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Tool-augmented self-correction (code exec, search)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evaluation standards for self-correction claims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newer models with stronger reasoning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19/20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Huang, J., Weng, X., Liang, Z., Peng, H., Wu, Z., &amp; Zhang, M. (2024). Large Language Models Cannot Self-Correct Reasoning Yet. ICLR 2024.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Kim, G., Baldi, P., &amp; McAleer, S. (2023). Language Models can Solve Computer Tasks. NeurIPS 2023.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Shinn, N., Cassano, F., Gopinath, A., Narasimhan, K., &amp; Yao, S. (2023). Reflexion: Language Agents with Verbal Reinforcement Learning. NeurIPS 2023.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Madaan, A., Tandon, N., Gupta, P., et al. (2023). Self-Refine: Iterative Refinement with Self-Feedback. NeurIPS 2023.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Du, Y., Li, S., Torralba, A., Tenenbaum, J., &amp; Mordatch, I. (2023). Improving Factuality and Reasoning in Language Models through Multiagent Debate.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Wang, X., Wei, J., Schuurmans, D., et al. (2022). Self-Consistency Improves Chain of Thought Reasoning in Language Models. ICLR 2023.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Cobbe, K., Kosaraju, V., Bavarian, M., et al. (2021). Training Verifiers to Solve Math Word Problems.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6817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Cannot Self-Correct Reasoning Yet  |  ICLR 2024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772400" y="4681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1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Large Language Models Cannot Self-Correct Reasoning Yet</dc:title>
  <dc:subject>PptxGenJS Presentation</dc:subject>
  <dc:creator>Group Presentation</dc:creator>
  <cp:lastModifiedBy>Group Presentation</cp:lastModifiedBy>
  <cp:revision>1</cp:revision>
  <dcterms:created xsi:type="dcterms:W3CDTF">2026-08-27T19:22:58Z</dcterms:created>
  <dcterms:modified xsi:type="dcterms:W3CDTF">2026-08-27T19:22:58Z</dcterms:modified>
</cp:coreProperties>
</file>