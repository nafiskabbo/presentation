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Nafis Islam Kabbo. Introduce what LLMs are, the key models studied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Srijon. Cover RCI, Reflexion, Self-Refine, Multi-Agent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Anindo. Explain the three benchmark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Jebon. Multi-Agent Debate vs self-consistency.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Refayet. Summarize the paper's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Language Models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Self-Correct</a:t>
            </a:r>
            <a:endParaRPr lang="en-US" sz="3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Yet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2024  —  Group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by Huang, Weng, Liang, Peng, Wu, Zhang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 Islam Kabbo  —  2303180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Srijon  —  2303179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Anindo  —  2303181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Mahid  —  2303127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Jebon  —  2303160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3703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Refayet  —  2303148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01/20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and research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6479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64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7373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and background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19659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Srijon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1343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2860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experimental setup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Anindo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6207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62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2834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results: intrinsic self-correction fails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0632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1071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10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3383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self-correction fail?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36118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Jebon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5935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593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" y="3931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limitations, and future directions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4160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Refayet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large language models?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 are neural networks trained on massive text corpora. They generate fluent text, solve math problems, write code, and answer complex questions.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models in this study: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and GPT-4-Turbo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Llama-2-70B-Chat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46304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0F4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</a:rPr>
              <a:t>↓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0" y="2331720"/>
            <a:ext cx="1828800" cy="5029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</a:rPr>
              <a:t>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0" y="3200400"/>
            <a:ext cx="1828800" cy="502920"/>
          </a:xfrm>
          <a:prstGeom prst="roundRect">
            <a:avLst>
              <a:gd name="adj" fmla="val 18182"/>
            </a:avLst>
          </a:prstGeom>
          <a:solidFill>
            <a:srgbClr val="F0F4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response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an LLM can self-correct,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doesn’t it give the right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first time?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7680960" cy="1280160"/>
          </a:xfrm>
          <a:prstGeom prst="roundRect">
            <a:avLst>
              <a:gd name="adj" fmla="val 8571"/>
            </a:avLst>
          </a:prstGeom>
          <a:solidFill>
            <a:srgbClr val="23294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1546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self-correction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attempts to fix its own responses using only its internal capabilities, without any external feedback such as oracle labels, human review, or tool outputs.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self-correction methods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703320" cy="1417320"/>
          </a:xfrm>
          <a:prstGeom prst="roundRect">
            <a:avLst>
              <a:gd name="adj" fmla="val 6452"/>
            </a:avLst>
          </a:prstGeom>
          <a:solidFill>
            <a:srgbClr val="F0F4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al., 2023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470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Criticism and Improvement. The model criticizes its output, then revises based on its own critique.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188720"/>
            <a:ext cx="3703320" cy="1417320"/>
          </a:xfrm>
          <a:prstGeom prst="roundRect">
            <a:avLst>
              <a:gd name="adj" fmla="val 6452"/>
            </a:avLst>
          </a:prstGeom>
          <a:solidFill>
            <a:srgbClr val="F0F4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3258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al., 2023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8470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reinforcement through self-reflection. Uses environment signals to guide the next attempt.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703320" cy="1417320"/>
          </a:xfrm>
          <a:prstGeom prst="roundRect">
            <a:avLst>
              <a:gd name="adj" fmla="val 6452"/>
            </a:avLst>
          </a:prstGeom>
          <a:solidFill>
            <a:srgbClr val="F0F4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Self-Refine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al., 2023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5844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feedback and refinement loop. The model generates feedback on its own output, then refines.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2926080"/>
            <a:ext cx="3703320" cy="1417320"/>
          </a:xfrm>
          <a:prstGeom prst="roundRect">
            <a:avLst>
              <a:gd name="adj" fmla="val 6452"/>
            </a:avLst>
          </a:prstGeom>
          <a:solidFill>
            <a:srgbClr val="F0F4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Debate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33375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al., 2023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5844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instances debate and critique each other’s responses to reach consensus.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Intrinsic vs external feedback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0F4FF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self-correction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only its own parameters and knowledge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signals of any kind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of this paper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371600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feedback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labels (ground truth correctness)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and annotations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outputs (code execution, search)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 feedback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in prior evaluation setups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identified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section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RCI (Kim et al., 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oracle labels to guide self-correction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Reflexion (Shinn et al., 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oracle labels to guide self-correction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Debate (Du et al., 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Unfair comparison to self-consistency (unequal inference cost)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Self-Refine (Madaan et al., 2023)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Sub-optimal initial prompt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from the paper. Each method’s evaluation has a specific flaw that inflates the reported improvement.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benchmarks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0F4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1,319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word problems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GSM8K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school math reasoning. Kim et al. reported ~7% improvement with self-correction using oracle labels.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0F4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Multi-choice questions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CommonSenseQA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Commonsense reasoning with distractor options. Kim et al. reported ~15% improvement with oracle-guided correction.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3017520"/>
          </a:xfrm>
          <a:prstGeom prst="roundRect">
            <a:avLst>
              <a:gd name="adj" fmla="val 3571"/>
            </a:avLst>
          </a:prstGeom>
          <a:solidFill>
            <a:srgbClr val="F0F4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HotpotQA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060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Open-domain multi-hop questions. Closed-book setting, exact match metric. Shinn et al. showed improvement.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and experimental setup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GPT-3.5-Turbo (gpt-3.5-turbo-0613)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(accessed 2023/08/29)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560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GPT-4-Turbo (gpt-4-1106-preview)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Llama-2-70B-Chat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0F4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64592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 rounds of self-correction per question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1.0 for GPT models, 0.7 for Llama-2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GPT-3.5: full evaluation sets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models: 200 random samples per dataset (100 for HotpotQA)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oracle feedback vs intrinsic self-correction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Self-correction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response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1A5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A1F36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reviews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1645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1A5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produces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answer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1645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891A5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645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 2 rounds)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oracle feedback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correctness signal at Step 2. Performance typically improves.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3E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(no feedback)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337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judges its own answer at Step 2 with no external signal. Performance drops.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self-correction fails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models and benchmarks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Mahid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drops after self-correction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645920"/>
                <a:gridCol w="164592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HotpotQA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declines after intrinsic self-correction. Without oracle labels, self-correction consistently hurts.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extend to more models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37744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GSM8K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CommonSenseQA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5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GPT-4-Turbo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476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Self-Correct 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 ↓↓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C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 ↓↓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4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0F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 drops from 62.0 to 36.5 on GSM8K after two rounds. Self-correction nearly halves its accuracy.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MAIN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answers after self-correction?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GPT-3.5 on GSM8K, after two rounds of self-correction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0F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891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78608" y="13716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0F0"/>
          </a:solidFill>
          <a:ln/>
        </p:spPr>
      </p:sp>
      <p:sp>
        <p:nvSpPr>
          <p:cNvPr id="9" name="Text 7"/>
          <p:cNvSpPr/>
          <p:nvPr/>
        </p:nvSpPr>
        <p:spPr>
          <a:xfrm>
            <a:off x="2578608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8.9%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70048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→ Incorrect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0016" y="13716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700016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91456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→ Correct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21424" y="137160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6821424" y="1508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76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12864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→ Incorrect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0F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change correct answers to incorrect ones (8.9%) more often than they fix incorrect answers (7.6%). The self-correction prompt biases the model toward changing its response, regardless of whether the original answer was right.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Debate vs self-consistency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0F4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LLM instances critique each other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generates a response, then reviews others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inference cost: N agents × M rounds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 (2023)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 independent responses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majority vote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 lower inference cost</a:t>
            </a: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(2022)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equal inference cost, Multi-Agent Debate performs no better than self-consistency.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design creates misleading improvements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3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appears to happen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initial prompt produces poor output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Self-correction prompt adds task details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47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 improves → "self-correction works!"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Strong initial prompt (with the same details) produces better output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Self-correction then hurts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"improvement" was from better prompts, not self-correction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0F4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Constrained 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Self-Refine’s initial prompt omits the constraint that all concepts must appear. The feedback prompt reintroduces this constraint. Adding it to the initial prompt directly outperforms self-correction.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DOES SELF-CORRECTION FAIL?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LLMs cannot reliably judge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correctness of their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reasoning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self-correction prompt biases models toward changing their answers. Correct answers get flipped to incorrect more often than mistakes get fixed. This is the core barrier to intrinsic self-correction.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paper supports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0F4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4475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29844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without external feedback does not improve LLM reasoning. Performance consistently declines across models and tasks.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0F4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49631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35000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reported improvements relied on oracle labels, unfair inference-cost comparisons, or sub-optimal initial prompts.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0F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547872"/>
            <a:ext cx="365760" cy="3657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401568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can work when paired with external feedback sources like tools, code execution, or human review.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directions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0F4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reasoning tasks (math, commonsense, QA)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specific set of models available in 2023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examines prompting-based approaches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HotpotQA sample size is small (100 questions)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cover self-correction for code, safety, or style tasks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430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Training-based self-correction methods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verification and validation tools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Tool-augmented self-correction (code exec, search)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evaluation standards for self-correction claims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newer models with stronger reasoning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Huang, J., Weng, X., Liang, Z., Peng, H., Wu, Z., &amp; Zhang, M. (2024). Large Language Models Cannot Self-Correct Reasoning Yet. ICLR 2024.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G., Baldi, P., &amp; McAleer, S. (2023). Language Models can Solve Computer Tasks. NeurIPS 2023.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Shinn, N., Cassano, F., Gopinath, A., Narasimhan, K., &amp; Yao, S. (2023). Reflexion: Language Agents with Verbal Reinforcement Learning. NeurIPS 2023.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Madaan, A., Tandon, N., Gupta, P., et al. (2023). Self-Refine: Iterative Refinement with Self-Feedback. NeurIPS 2023.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Du, Y., Li, S., Torralba, A., Tenenbaum, J., &amp; Mordatch, I. (2023). Improving Factuality and Reasoning in Language Models through Multiagent Debate.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Wang, X., Wei, J., Schuurmans, D., et al. (2022). Self-Consistency Improves Chain of Thought Reasoning in Language Models. ICLR 2023.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Cobbe, K., Kosaraju, V., Bavarian, M., et al. (2021). Training Verifiers to Solve Math Word Problems.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681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 |  ICLR 2024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0" y="4681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Large Language Models Cannot Self-Correct Reasoning Yet</dc:title>
  <dc:subject>PptxGenJS Presentation</dc:subject>
  <dc:creator>Group Presentation</dc:creator>
  <cp:lastModifiedBy>Group Presentation</cp:lastModifiedBy>
  <cp:revision>1</cp:revision>
  <dcterms:created xsi:type="dcterms:W3CDTF">2026-08-27T19:59:59Z</dcterms:created>
  <dcterms:modified xsi:type="dcterms:W3CDTF">2026-08-27T19:59:59Z</dcterms:modified>
</cp:coreProperties>
</file>