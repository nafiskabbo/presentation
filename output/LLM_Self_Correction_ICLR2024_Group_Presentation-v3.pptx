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Nafis Islam Kabbo.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99001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 Language Models</a:t>
            </a:r>
            <a:endParaRPr lang="en-US" sz="3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99001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Cannot Self-Correct</a:t>
            </a:r>
            <a:endParaRPr lang="en-US" sz="3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99001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Reasoning Yet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2024  —  Group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by Huang, Weng, Liang, Peng, Wu, Zhang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Nafis Islam Kabbo  —  2303180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Srijon  —  2303179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Anindo  —  2303181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Mahid  —  2303127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Jebon  —  2303160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Refayet  —  2303148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07008"/>
            <a:ext cx="329184" cy="32918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research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55648"/>
            <a:ext cx="329184" cy="32918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7373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and background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19659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Srijon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304288"/>
            <a:ext cx="329184" cy="32918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2860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experimental setup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251460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852928"/>
            <a:ext cx="329184" cy="32918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8346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results: intrinsic self-correction fails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06324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01568"/>
            <a:ext cx="329184" cy="32918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3832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self-correction fail?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361188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950208"/>
            <a:ext cx="329184" cy="32918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39319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limitations, and future directions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3000" y="416052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Refayet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are large language models?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 are neural networks trained on massive text corpora. They generate text, answer questions, solve math problems, and write code.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 this study: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and GPT-4-Turbo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Llama-2-70B-Chat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371600"/>
            <a:ext cx="3200400" cy="2560320"/>
          </a:xfrm>
          <a:prstGeom prst="roundRect">
            <a:avLst>
              <a:gd name="adj" fmla="val 5357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92024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3D4F8F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"Solve this math problem..."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AA"/>
                </a:solidFill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2651760"/>
            <a:ext cx="13716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AA"/>
                </a:solidFill>
              </a:rPr>
              <a:t>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365760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3D4F8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answer is 42."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0" y="4572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990011">
                    <a:alpha val="70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LLMs can catch their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own mistakes, why not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 it right the first time?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680960" cy="1188720"/>
          </a:xfrm>
          <a:prstGeom prst="roundRect">
            <a:avLst>
              <a:gd name="adj" fmla="val 9231"/>
            </a:avLst>
          </a:prstGeom>
          <a:solidFill>
            <a:srgbClr val="25254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0632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self-correction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tries to fix its own responses without any external feedback. No oracle labels, no human review, no tool outputs.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9001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Literature review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background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Srijon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self-correction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52728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52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161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35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al., 2023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188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Criticism and Improvement. Model criticizes output, then revises.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57400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2402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al., 2023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1993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reinforcement from self-reflection. Uses environment signals.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60904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862072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044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 et al., 2023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7980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feedback and refinement. Model generates its own feedback.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65576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666744"/>
            <a:ext cx="347472" cy="34747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575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Debate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849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al., 2023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36027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LLM instances debate and critique each other.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vs external feedback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840480" cy="411480"/>
          </a:xfrm>
          <a:prstGeom prst="round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uses only its own knowledge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signals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 truth labels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paper’s focus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43000"/>
            <a:ext cx="3840480" cy="411480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labels (answer correctness)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and feedback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outputs (code exec, search)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model feedback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9001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Methodology and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Anindo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Evaluation benchmarks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9001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1,319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word problems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1645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GSM8K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school math reasoning. Diverse linguistic word problems.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417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9001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1,221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Multi-choice QA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2377440"/>
            <a:ext cx="1645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CommonSenseQA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Commonsense reasoning with plausible distractor options.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417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9001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QA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2377440"/>
            <a:ext cx="1645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HotpotQA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8803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Open-domain multi-hop questions. Exact match evaluation.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Models and procedure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52728"/>
            <a:ext cx="329184" cy="32918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161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 sets, temp=1.0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938528"/>
            <a:ext cx="329184" cy="32918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847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0848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samples, temp=1.0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24328"/>
            <a:ext cx="329184" cy="32918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532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GPT-4-Turbo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7706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samples, temp=1.0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3840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310128"/>
            <a:ext cx="329184" cy="32918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2186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Llama-2-70B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4564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samples, temp=0.7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146304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 initial answer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1920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21031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 reviews its own answer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25603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274320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Model produces revised answer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200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46320" y="338328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Repeat (max 2 rounds)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MAIN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9001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Intrinsic self-correction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fails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Mahid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MAIN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Performance drops: GPT models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645920"/>
                <a:gridCol w="164592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HotpotQA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63.5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declines. Without oracle labels, self-correction consistently hurts performance.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MAIN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Further models confirm the pattern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377440"/>
                <a:gridCol w="2377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CommonSenseQA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GPT-4-Turbo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7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7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Llama-2-70B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 ↓↓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 ↓↓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0" y="374904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990011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Llama-2:  62.0  →  36.5  on GSM8K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MAIN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answers change after self-correction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on GSM8K, after two rounds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EEEE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888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74.7%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8608" y="13258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FECEC"/>
          </a:solidFill>
          <a:ln/>
        </p:spPr>
      </p:sp>
      <p:sp>
        <p:nvSpPr>
          <p:cNvPr id="9" name="Text 7"/>
          <p:cNvSpPr/>
          <p:nvPr/>
        </p:nvSpPr>
        <p:spPr>
          <a:xfrm>
            <a:off x="2578608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8.9%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70048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→ Incorrect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0016" y="13258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700016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7.6%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91456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→ Correct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21424" y="132588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6821424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760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8.8%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12864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→ Incorrect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flip correct answers to wrong ones more than they fix mistakes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self-correction prompt biases the model toward changing its response, regardless of whether the original answer was right. This is the core problem with intrinsic self-correction.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DOES SELF-CORRECTION FAIL?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9001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does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self-correction fail?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Jebon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DOES SELF-CORRECTION FAIL?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Multi-Agent Debate vs self-consistency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411480"/>
          </a:xfrm>
          <a:prstGeom prst="roundRect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Debate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LLM instances critique each other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agents × M rounds = high cost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al., 2023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3840480" cy="411480"/>
          </a:xfrm>
          <a:prstGeom prst="round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 responses, take majority vote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 lower inference cost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al., 2022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equal inference cost, Multi-Agent Debate performs no better than self-consistency.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DOES SELF-CORRECTION FAIL?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prompt design trap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ECE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appears to happen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Weak initial prompt, poor output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Self-correction adds task details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Output improves, claimed as success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Strong initial prompt (same details), better output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Self-correction then hurts performance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Improvement was from better prompts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CCCCCC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4290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Self-Refine on constrained generation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prompt omits a key constraint. The feedback prompt reintroduces it. Including the constraint in the initial prompt directly gives better results than self-correction.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9001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0" y="1097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 and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directions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Refayet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findings and limitations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90472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90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cannot self-correct reasoning without external feedback. Performance consistently declines.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1945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improvements depended on oracle labels, unfair inference-cost comparisons, or sub-optimal prompts.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44952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9718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with external feedback (tools, human review) remains viable.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CCCCCC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5544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specific reasoning tasks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model selection (2023 models)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approaches only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HotpotQA sample (100)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cover code, safety, or style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Huang, J., Weng, X., Liang, Z., Peng, H., Wu, Z., &amp; Zhang, M. (2024). Large Language Models Cannot Self-Correct Reasoning Yet. ICLR 2024.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G., Baldi, P., &amp; McAleer, S. (2023). Language Models can Solve Computer Tasks. NeurIPS 2023.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Shinn, N., Cassano, F., Gopinath, A., Narasimhan, K., &amp; Yao, S. (2023). Reflexion: Language Agents with Verbal Reinforcement Learning. NeurIPS 2023.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Madaan, A., Tandon, N., Gupta, P., et al. (2023). Self-Refine: Iterative Refinement with Self-Feedback. NeurIPS 2023.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Du, Y., Li, S., Torralba, A., Tenenbaum, J., &amp; Mordatch, I. (2023). Improving Factuality and Reasoning in Language Models through Multiagent Debate.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X., Wei, J., Schuurmans, D., et al. (2022). Self-Consistency Improves Chain of Thought Reasoning in Language Models. ICLR 2023.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Cobbe, K., Kosaraju, V., Bavarian, M., et al. (2021). Training Verifiers to Solve Math Word Problems.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Language Models Cannot Self-Correct Reasoning Yet</dc:title>
  <dc:subject>PptxGenJS Presentation</dc:subject>
  <dc:creator>Group Presentation</dc:creator>
  <cp:lastModifiedBy>Group Presentation</cp:lastModifiedBy>
  <cp:revision>1</cp:revision>
  <dcterms:created xsi:type="dcterms:W3CDTF">2026-08-27T19:26:31Z</dcterms:created>
  <dcterms:modified xsi:type="dcterms:W3CDTF">2026-08-27T19:26:31Z</dcterms:modified>
</cp:coreProperties>
</file>