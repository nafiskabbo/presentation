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Timeline of Claims vs Controlled Reality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surge in self-correction claims collapses under fair testing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6C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509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PUBLICATION TIMELINE &amp; REPORTED GAINS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046720" cy="274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148840"/>
            <a:ext cx="128016" cy="128016"/>
          </a:xfrm>
          <a:prstGeom prst="ellipse">
            <a:avLst/>
          </a:prstGeom>
          <a:solidFill>
            <a:srgbClr val="800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3113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2023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94360" y="1133856"/>
            <a:ext cx="187452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1197864"/>
            <a:ext cx="1728216" cy="219456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1197864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42646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(NeurIPS '23)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594360" y="1581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+7.0%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Stop Signal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522476" y="2084832"/>
            <a:ext cx="18288" cy="64008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3957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143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432304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CONTROLLED RESULT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94360" y="25694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-2.5%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2807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(-2.5%)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3525012" y="2148840"/>
            <a:ext cx="128016" cy="128016"/>
          </a:xfrm>
          <a:prstGeom prst="ellipse">
            <a:avLst/>
          </a:prstGeom>
          <a:solidFill>
            <a:srgbClr val="1665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23113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2023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651760" y="1133856"/>
            <a:ext cx="187452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24912" y="1197864"/>
            <a:ext cx="1728216" cy="219456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1197864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142646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(NeurIPS '23)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651760" y="1581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+11.0%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Multi-Trial Oracle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579876" y="2084832"/>
            <a:ext cx="18288" cy="6400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2" name="Shape 30"/>
          <p:cNvSpPr/>
          <p:nvPr/>
        </p:nvSpPr>
        <p:spPr>
          <a:xfrm>
            <a:off x="2651760" y="23957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1430">
            <a:solidFill>
              <a:srgbClr val="FECD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432304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CONTROLLED RESULT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651760" y="25694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-2.5%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51760" y="2807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(-2.5%)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582412" y="2148840"/>
            <a:ext cx="128016" cy="128016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23113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2023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709160" y="1133856"/>
            <a:ext cx="187452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82312" y="1197864"/>
            <a:ext cx="1728216" cy="219456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1197864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142646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 (NeurIPS '23)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4709160" y="1581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+10.0%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Prompt Bias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637276" y="2084832"/>
            <a:ext cx="18288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5" name="Shape 43"/>
          <p:cNvSpPr/>
          <p:nvPr/>
        </p:nvSpPr>
        <p:spPr>
          <a:xfrm>
            <a:off x="4709160" y="23957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432304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CONTROLLED RESULT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709160" y="25694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09160" y="2807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 (0.0% Flat)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7616952" y="2148840"/>
            <a:ext cx="128016" cy="12801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22311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2023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766560" y="1133856"/>
            <a:ext cx="182880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397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39712" y="1197864"/>
            <a:ext cx="1682496" cy="219456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39712" y="11978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14264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(ICLR '24)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6766560" y="1581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+4.0%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58000" y="18105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Asymmetry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671816" y="2084832"/>
            <a:ext cx="18288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8" name="Shape 56"/>
          <p:cNvSpPr/>
          <p:nvPr/>
        </p:nvSpPr>
        <p:spPr>
          <a:xfrm>
            <a:off x="6766560" y="2395728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1430">
            <a:solidFill>
              <a:srgbClr val="FECDD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243230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CONTROLLED RESULT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766560" y="2569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-1.5%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66560" y="2807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to SC (-1.5%)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548640" y="3218688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33284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SUMMARY: CLAIMED AVERAGE VS FAIR BASELINE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31520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Average Gain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423160" y="3575304"/>
            <a:ext cx="1874520" cy="182880"/>
          </a:xfrm>
          <a:prstGeom prst="roundRect">
            <a:avLst>
              <a:gd name="adj" fmla="val 15000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0" y="35753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+8.0% Claimed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1520" y="3840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Baseline Gain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423160" y="3849624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5C0017"/>
          </a:solidFill>
          <a:ln w="12700">
            <a:solidFill>
              <a:srgbClr val="5C00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23160" y="38496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127248" y="3840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under fair evaluation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31520" y="4114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applied: removal of oracle stopping labels, equal-compute baselines, and complete initial prompts.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303520" y="3218688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0" y="33284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86400" y="352958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literature's apparent 2023 progress was not algorithmic self-correction. It was compounding evaluation confounders.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486400" y="4151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controlled, every positive gain vanishes across all four paradigms.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 Loop vs Grounded Loop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information: why internal reflection fails but external verification works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7A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52144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521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: Closed Loop (Paper Focus)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88820" y="1554480"/>
            <a:ext cx="1005840" cy="10058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8820" y="1773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88820" y="20299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77240" y="160020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00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0" y="160020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00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Self-Critique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51660" y="2212848"/>
            <a:ext cx="12801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1660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Revise Blind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5800" y="2670048"/>
            <a:ext cx="361188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72491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CHANGE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1520" y="28895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  to  -27.5%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218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facts. Shared weights and prompt bias invent errors where none existed.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09160" y="1042416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152144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521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: Grounded Loop (Tool-Assisted)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155448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7190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Code / Solution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92240" y="1874520"/>
            <a:ext cx="320040" cy="128016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171907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492240" y="2176272"/>
            <a:ext cx="320040" cy="91440"/>
          </a:xfrm>
          <a:prstGeom prst="lef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2860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903720" y="155448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691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19568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Oracle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46320" y="2670048"/>
            <a:ext cx="361188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72491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CHANGE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92040" y="28895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+7.0%  to  +15.0%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37760" y="3218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ground truth. Execution errors provide localized, factual correction signals.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8640" y="3931920"/>
            <a:ext cx="804672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9319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A frozen model cannot act as an independent verifier of its own output without external grounding.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Evidence: Why Signal Matters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 execution beats a paragraph of recursive self-doubt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7B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8046720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33856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FF1F2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353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 to -27.5%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16093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Self-doubt without data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2468880" y="1152144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feedback relies on the same frozen model querying its own weights. Without ground truth, asking 'Review your answer' triggers prompt compliance, causing the model to doubt correct steps.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26280" y="1133856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26280" y="1353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+7.0% to +15.0%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26280" y="16093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gives grounding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309360" y="11521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feedback injects verified ground truth (Python interpreter traceback, unit test execution, or oracle label). The model repairs syntax or logic against deterministic evidence.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029968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214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SELF-DOUBT DRIFT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83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correct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1517904" y="2523744"/>
            <a:ext cx="54864" cy="9144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27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727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Review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5727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step 2"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432304" y="2523744"/>
            <a:ext cx="54864" cy="9144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Error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871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bug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bias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346704" y="2523744"/>
            <a:ext cx="54864" cy="9144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15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Flip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015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answer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685800" y="2962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Correct answers flip to incorrect (Correct -&gt; Incorrect &gt;&gt; Incorrect -&gt; Correct).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1214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LOOP: TARGETED TOOL REPAIR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188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Code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188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solution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bug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5678424" y="2523744"/>
            <a:ext cx="54864" cy="91440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332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332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7332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6592824" y="2523744"/>
            <a:ext cx="54864" cy="91440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476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476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476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14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507224" y="2523744"/>
            <a:ext cx="54864" cy="91440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620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0FDF4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20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Fix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5620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only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logic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4846320" y="2962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Independent verifier isolates exact failure point without guessing.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48640" y="338328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3383280"/>
            <a:ext cx="804672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560320" y="3383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SELF-CORRECTION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486400" y="3383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FEEDBACK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31520" y="3657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Source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560320" y="3657600"/>
            <a:ext cx="2743200" cy="219456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0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facts (Same weights)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86400" y="3657600"/>
            <a:ext cx="2926080" cy="219456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657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execution results (External state)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1520" y="3913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Mechanism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560320" y="3913632"/>
            <a:ext cx="2743200" cy="219456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compliance (Hallucinates bugs)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486400" y="3913632"/>
            <a:ext cx="2926080" cy="219456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0" y="39136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interpreter / Oracle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31520" y="4169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Reasoning Impact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60320" y="4169664"/>
            <a:ext cx="2743200" cy="219456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0" y="4169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-1.3% to -27.5% (Degrades reasoning)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486400" y="4169664"/>
            <a:ext cx="2926080" cy="219456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0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+7.0% to +15.0% (Repairs execution)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Forensic: Reported Claims vs Controlled Truth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Forensic: Positive Claims vs Negative Regressions (&lt; 0) vs Zero Gain (0.0% Flat)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8A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4663440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3385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CONFINDER FORENSIC: REPORTED INFLATION VS FAIR CONTROL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1353312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353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Gain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0" y="1353312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353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(&lt; 0%)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840480" y="1353312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353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Gain (0.0%)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85800" y="1645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 Leakage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18288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 / Reflexion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85800" y="19933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-13.0% collapse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011680" y="1645920"/>
            <a:ext cx="1920240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1645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+10.5%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11680" y="1901952"/>
            <a:ext cx="457200" cy="201168"/>
          </a:xfrm>
          <a:prstGeom prst="roundRect">
            <a:avLst>
              <a:gd name="adj" fmla="val 13636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2032" y="1938528"/>
            <a:ext cx="109728" cy="128016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88336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-2.5% (Regression)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5800" y="2231136"/>
            <a:ext cx="43891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4140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Gap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25968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vs 1-Shot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5800" y="27614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-5.5% collapse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011680" y="2414016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2414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+4.0%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11680" y="2670048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9152" y="2706624"/>
            <a:ext cx="109728" cy="128016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05456" y="2670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 (Regression)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5800" y="2999232"/>
            <a:ext cx="43891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1821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 Distortion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5800" y="33649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" y="35295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-10.0% collapse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011680" y="3182112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13632" y="3182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+10.0%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34381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49424" y="3438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(Flat / No Gain)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349240" y="1024128"/>
            <a:ext cx="324612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8968" y="10972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 Leakage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98080" y="1097280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10972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Shielding Effect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5458968" y="1316736"/>
            <a:ext cx="3026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harness alerted model ONLY when initial answer was wrong. Correct answers were locked and protected. When all answers are critiqued, accuracy drops (-2.5%).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349240" y="2048256"/>
            <a:ext cx="324612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58968" y="21214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Asymmetry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98080" y="2121408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Parity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5458968" y="2340864"/>
            <a:ext cx="3026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consumed 3 to 6x compute calls against a 1-shot baseline. Under equal-compute budget, standard Self-Consistency voting wins (-1.5% disadvantage for debate).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5349240" y="3072384"/>
            <a:ext cx="324612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58968" y="31455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 Distortion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98080" y="3145536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0" y="31455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Rules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5458968" y="3364992"/>
            <a:ext cx="3026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prompts intentionally omitted format constraints, then re-added them in feedback. When full prompt is given upfront, self-correction gain drops to 0.0% Flat.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548640" y="4151376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415137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Takeaway: When evaluation flaws are corrected, claimed double-digit gains vanish. Two confounders cause severe regression (&lt; 0), and prompt repair produces exactly 0.0% gain.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Selected Variants Refinement Deck (v16)</dc:title>
  <dc:subject>PptxGenJS Presentation</dc:subject>
  <dc:creator>Group Presentation Variant Deck</dc:creator>
  <cp:lastModifiedBy>Group Presentation Variant Deck</cp:lastModifiedBy>
  <cp:revision>1</cp:revision>
  <dcterms:created xsi:type="dcterms:W3CDTF">2026-08-30T03:42:02Z</dcterms:created>
  <dcterms:modified xsi:type="dcterms:W3CDTF">2026-08-30T03:42:02Z</dcterms:modified>
</cp:coreProperties>
</file>