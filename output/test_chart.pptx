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CoT</c:v>
                </c:pt>
              </c:strCache>
            </c:strRef>
          </c:tx>
          <c:spPr>
            <a:solidFill>
              <a:srgbClr val="1E2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HotpotQA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 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HotpotQA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Round 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HotpotQA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548640" y="914400"/>
          <a:ext cx="8046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2026-08-27T20:12:49Z</dcterms:created>
  <dcterms:modified xsi:type="dcterms:W3CDTF">2026-08-27T20:12:49Z</dcterms:modified>
</cp:coreProperties>
</file>