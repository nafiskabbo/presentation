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Large Language Models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Cannot Self-Correct Reasoning Yet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2024 — Group Presentation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authors: Huang, Weng, Liang, Peng, Wu, Zhang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Nafis Islam Kabbo — 2303180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Srijon — 2303179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5216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Anindo — 2303181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Mahid — 2303127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Jebon — 2303160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Refayet — 2303148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F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Presentation outline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1168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Nafis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201168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Srijon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10896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Anindo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10896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results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Mahid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20624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self-correction fail?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Jebon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402336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420624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Refayet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are LLMs?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288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(LLMs) are deep learning models trained on massive amounts of text. They predict the next word in a sequence and demonstrate advanced capabilities.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82880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generation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5603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74320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3474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365760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writing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828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paradox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LLM can identify its own mistakes, why doesn't it answer correctly the first time?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0" y="29260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self-correction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3566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tries to fix its own responses without external help.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LITERATURE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Prior methods overview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RCI (2023)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criticism and improvement.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Reflexion (2023)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reinforcement learning.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Self-Refine (2023)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refinement using feedback.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Debate (2023)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models critique each other.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LITERATURE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Intrinsic vs external feedback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Intrinsic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560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uses only its own knowledge. No external input.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External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0" y="2560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labels, human feedback, or tool outputs guide the model.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LITERATURE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Evaluation issues in prior work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RCI, Reflexion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Oracle label dependence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Section 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Debate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Unfair comparison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Section 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Self-Refine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Sub-optimal prompts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Section 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Benchmarks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GSM8K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1,319 math word problems.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school level.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CommonSenseQA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1,221 multi-choice commonsense questions.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HotpotQA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09360" y="25603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multi-hop QA.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metric.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Models tested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GPT-3.5-Turbo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GPT-4-Turbo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Llama-2-70B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365760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E8F0E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40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Max 2 rounds. Temperature = 1 for GPT, 0.7 for Llama. Standard sample sizes.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Experimental procedure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Generate initial response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Ask model to review and find problems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Ask model to improve based on review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Repeat (max 2 rounds)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0" y="21945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F0E4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377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step 2, we compare intrinsic (model's own review) vs oracle (ground truth provided).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MAIN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8288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Main results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0" y="18288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self-correction fails across all models and benchmarks.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MAIN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Performance drops after self-correction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&amp; Task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GPT-3.5: GSM8K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GPT-3.5: CSQA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GPT-3.5: HotpotQA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GPT-4: GSM8K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GPT-4: CSQA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GPT-4: HotpotQA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MAIN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Additional model results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&amp; Task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GPT-4-Turbo: GSM8K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GPT-4-Turbo: CSQA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Llama-2: GSM8K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Llama-2: CSQA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3E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" y="365760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3840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Llama-2's catastrophic decline in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MAIN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happens to answers?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7315200" cy="2011680"/>
          </a:xfrm>
          <a:prstGeom prst="roundRect">
            <a:avLst>
              <a:gd name="adj" fmla="val 4545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645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GPT-3.5 on GSM8K transition breakdown: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74.7%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3464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→ Incorrect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→ Correct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→ Incorrect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E8F0E4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749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The model changes correct answers to incorrect ones more often than it fixes incorrect ones.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DOES SELF-CORRECTION FAIL?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Multi-Agent Debate vs Self-Consistency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Debate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LLM instances critique each other over several rounds to reach a consensus.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64592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Self-Consistency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multiple responses independently and take the majority vote.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E8F0E4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40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Self-consistency matches or beats debate at the same inference cost.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DOES SELF-CORRECTION FAIL?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prompt design trap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Weak initial prompt → Poor response → Self-correction 'improves'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Strong initial prompt → Better response → Self-correction hurts performance.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in prior work came from better instructions in the correction prompt, not actual self-correction abilities.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DOES SELF-CORRECTION FAIL?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828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core issue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6459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cannot judge whether their own reasoning is correct. The self-correction prompt biases models toward changing their answers, and correct answers are flipped to incorrect ones more often than the reverse.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645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Intrinsic self-correction does not improve LLM reasoning.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651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Prior claimed improvements relied on oracle feedback or unfair comparisons.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3657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External feedback and tools remain the path to real correction.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Limitations and future work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reasoning tasks tested (math, commonsense, QA)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2023 model versions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Prompting-only approaches examined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HotpotQA sample size is small (100 questions)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cover code, safety, or translation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2F7F0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Training-based self-correction methods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verification and correctness checkers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Tool-augmented self-correction (code exec, search)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evaluation protocols for LLM reflection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Cannot Self-Correct Reasoning Yet | ICLR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3E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Huang, J., Weng, X., Liang, Z., Peng, H., Wu, Z., &amp; Zhang, M. (2024). Large Language Models Cannot Self-Correct Reasoning Yet. ICLR 2024.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Kim, G., Baldi, P., &amp; McAleer, S. (2023). Language Models can Solve Computer Tasks. NeurIPS 2023.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Shinn, N., Cassano, F., Gopinath, A., Narasimhan, K., &amp; Yao, S. (2023). Reflexion: Language Agents with Verbal Reinforcement Learning. NeurIPS 2023.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Madaan, A., Tandon, N., Gupta, P., et al. (2023). Self-Refine: Iterative Refinement with Self-Feedback. NeurIPS 2023.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Du, Y., Li, S., Torralba, A., Tenenbaum, J., &amp; Mordatch, I. (2023). Improving Factuality and Reasoning in Language Models through Multiagent Debate.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X., Wei, J., Schuurmans, D., et al. (2022). Self-Consistency Improves Chain of Thought Reasoning in Language Models. ICLR 2023.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Cobbe, K., Kosaraju, V., Bavarian, M., et al. (2021). Training Verifiers to Solve Math Word Problems.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2026-08-27T19:30:42Z</dcterms:created>
  <dcterms:modified xsi:type="dcterms:W3CDTF">2026-08-27T19:30:42Z</dcterms:modified>
</cp:coreProperties>
</file>