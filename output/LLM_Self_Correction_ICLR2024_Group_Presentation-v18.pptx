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64-DD41-B95F-F17F954380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-2.5</c:v>
                </c:pt>
                <c:pt idx="1">
                  <c:v>-1.5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64-DD41-B95F-F17F954380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4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Forensic: Reported vs Controlled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bars make inflation obvious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/>
          <p:cNvGraphicFramePr/>
          <p:nvPr/>
        </p:nvGraphicFramePr>
        <p:xfrm>
          <a:off x="548640" y="1042416"/>
          <a:ext cx="4434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41648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axis: Confounder type (Oracle = leakage, Compute = budget, Prompt = withheld rules)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 rot="16200000">
            <a:off x="-872877" y="59811"/>
            <a:ext cx="223953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Accuracy change (%): reported gain vs controlled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5212080" y="1042416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800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1115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589520" y="111556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to -2.5%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321808" y="1353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correct answers, only fix wrong ones.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12080" y="2066544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1808" y="2139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Gap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589520" y="21396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+4.0% to -1.5%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321808" y="237744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loses to Self-Consistency at equal cost.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212080" y="3090672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Trick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89520" y="316382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3163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+10.0% to 0.0%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321808" y="340156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start vs rule rich feedback.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chart: red collapses to green at or below zero. No confounder survives a fair test.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</Words>
  <Application>Microsoft Macintosh PowerPoint</Application>
  <PresentationFormat>On-screen Show (16:9)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Schoolbook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VARIANT 8A Expanded - Single Slide with Axis Labels</dc:title>
  <dc:subject>PptxGenJS Presentation</dc:subject>
  <dc:creator>Group Presentation Variant Deck v18</dc:creator>
  <cp:lastModifiedBy>Ash Dip</cp:lastModifiedBy>
  <cp:revision>2</cp:revision>
  <dcterms:created xsi:type="dcterms:W3CDTF">2026-08-30T05:04:22Z</dcterms:created>
  <dcterms:modified xsi:type="dcterms:W3CDTF">2026-08-30T05:27:25Z</dcterms:modified>
</cp:coreProperties>
</file>